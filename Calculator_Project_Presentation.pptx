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4292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3877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716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2157805"/>
            <a:ext cx="112745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 Scientific Calculator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358384" y="3063240"/>
            <a:ext cx="1463040" cy="0"/>
          </a:xfrm>
          <a:prstGeom prst="line">
            <a:avLst/>
          </a:prstGeom>
          <a:noFill/>
          <a:ln w="25400">
            <a:solidFill>
              <a:srgbClr val="8397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32461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0E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Python &amp; Tkinter GUI Application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0" y="43891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Mahima </a:t>
            </a:r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Thorecha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6C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Intern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61722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kern="0" spc="100" dirty="0">
                <a:solidFill>
                  <a:srgbClr val="E5D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NextHikes IT Solutions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387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&amp; Why It Stands Out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66928" y="1078992"/>
            <a:ext cx="822960" cy="0"/>
          </a:xfrm>
          <a:prstGeom prst="line">
            <a:avLst/>
          </a:prstGeom>
          <a:noFill/>
          <a:ln w="25400">
            <a:solidFill>
              <a:srgbClr val="8397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17320"/>
            <a:ext cx="0" cy="713232"/>
          </a:xfrm>
          <a:prstGeom prst="line">
            <a:avLst/>
          </a:prstGeom>
          <a:noFill/>
          <a:ln w="15875">
            <a:solidFill>
              <a:srgbClr val="BDB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62456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38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operations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655064"/>
            <a:ext cx="5257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75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Addition, subtraction, multiplication, division with a live expression display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350008"/>
            <a:ext cx="0" cy="713232"/>
          </a:xfrm>
          <a:prstGeom prst="line">
            <a:avLst/>
          </a:prstGeom>
          <a:noFill/>
          <a:ln w="15875">
            <a:solidFill>
              <a:srgbClr val="BDBB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29514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38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functions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587752"/>
            <a:ext cx="5257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75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Trigonometry (DEG/RAD), logarithms, powers, roots, factorials, nCr / nPr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282696"/>
            <a:ext cx="0" cy="713232"/>
          </a:xfrm>
          <a:prstGeom prst="line">
            <a:avLst/>
          </a:prstGeom>
          <a:noFill/>
          <a:ln w="15875">
            <a:solidFill>
              <a:srgbClr val="BDBB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227832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38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mode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520440"/>
            <a:ext cx="5257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75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Add, multiply, invert, transpose, determinant, rank, RREF — built from scratch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215384"/>
            <a:ext cx="0" cy="713232"/>
          </a:xfrm>
          <a:prstGeom prst="line">
            <a:avLst/>
          </a:prstGeom>
          <a:noFill/>
          <a:ln w="15875">
            <a:solidFill>
              <a:srgbClr val="BDBB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1605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38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&amp; graphing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4453128"/>
            <a:ext cx="5257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75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1-variable/2-variable stats and a live plotted graph, right on the canvas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202936"/>
            <a:ext cx="5532120" cy="0"/>
          </a:xfrm>
          <a:prstGeom prst="line">
            <a:avLst/>
          </a:prstGeom>
          <a:noFill/>
          <a:ln w="12700">
            <a:solidFill>
              <a:srgbClr val="BDBB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34924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839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unique   </a:t>
            </a:r>
            <a:r>
              <a:rPr lang="en-US" sz="1050" dirty="0">
                <a:solidFill>
                  <a:srgbClr val="75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everyday calculators stop at arithmetic. This one adds matrix math, statistics and graphing in a single lightweight, dependency-free desktop tool.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720840" y="1051560"/>
            <a:ext cx="4892040" cy="0"/>
          </a:xfrm>
          <a:prstGeom prst="line">
            <a:avLst/>
          </a:prstGeom>
          <a:noFill/>
          <a:ln w="12700">
            <a:solidFill>
              <a:srgbClr val="BDBBB6"/>
            </a:solidFill>
            <a:prstDash val="solid"/>
          </a:ln>
        </p:spPr>
      </p:sp>
      <p:pic>
        <p:nvPicPr>
          <p:cNvPr id="19" name="Image 0" descr="/home/claude/calc_trimm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234440"/>
            <a:ext cx="4343400" cy="498348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720840" y="626364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5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application screenshot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387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&amp; Libraries Used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66928" y="1078992"/>
            <a:ext cx="822960" cy="0"/>
          </a:xfrm>
          <a:prstGeom prst="line">
            <a:avLst/>
          </a:prstGeom>
          <a:noFill/>
          <a:ln w="25400">
            <a:solidFill>
              <a:srgbClr val="8397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17320"/>
            <a:ext cx="0" cy="1005840"/>
          </a:xfrm>
          <a:prstGeom prst="line">
            <a:avLst/>
          </a:prstGeom>
          <a:noFill/>
          <a:ln w="19050">
            <a:solidFill>
              <a:srgbClr val="8397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62456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38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169164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75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entire GUI — window, keypad, matrix/stat/graph panels — since it ships with Python and needs no install.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0" cy="1005840"/>
          </a:xfrm>
          <a:prstGeom prst="line">
            <a:avLst/>
          </a:prstGeom>
          <a:noFill/>
          <a:ln w="19050">
            <a:solidFill>
              <a:srgbClr val="8397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362456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38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00800" y="169164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75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every scientific function: trig, log, exponent, sqrt, factorial, combinatorics.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0" cy="1005840"/>
          </a:xfrm>
          <a:prstGeom prst="line">
            <a:avLst/>
          </a:prstGeom>
          <a:noFill/>
          <a:ln w="19050">
            <a:solidFill>
              <a:srgbClr val="8397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825496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38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 (regex)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315468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75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and cleaned the typed expression — handled brackets, unary minus, and function names before evaluation.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2880360"/>
            <a:ext cx="0" cy="1005840"/>
          </a:xfrm>
          <a:prstGeom prst="line">
            <a:avLst/>
          </a:prstGeom>
          <a:noFill/>
          <a:ln w="19050">
            <a:solidFill>
              <a:srgbClr val="8397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825496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38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matrix engine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00800" y="315468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75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 determinant, inverse, adjoint and RREF logic in pure Python — no numpy dependency.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0881360" cy="0"/>
          </a:xfrm>
          <a:prstGeom prst="line">
            <a:avLst/>
          </a:prstGeom>
          <a:noFill/>
          <a:ln w="12700">
            <a:solidFill>
              <a:srgbClr val="BDBB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59943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839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considered   </a:t>
            </a:r>
            <a:r>
              <a:rPr lang="en-US" sz="1150" dirty="0">
                <a:solidFill>
                  <a:srgbClr val="75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for matrix math (skipped to keep the app dependency-free) and PyQt5 for the GUI (skipped — tkinter was lighter and sufficient). Built and version-controlled using </a:t>
            </a:r>
            <a:r>
              <a:rPr lang="en-US" sz="1150" b="1" dirty="0">
                <a:solidFill>
                  <a:srgbClr val="738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r>
              <a:rPr lang="en-US" sz="1150" dirty="0">
                <a:solidFill>
                  <a:srgbClr val="75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150" b="1" dirty="0">
                <a:solidFill>
                  <a:srgbClr val="738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150" dirty="0">
                <a:solidFill>
                  <a:srgbClr val="75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387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How I Solved Them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822960" cy="0"/>
          </a:xfrm>
          <a:prstGeom prst="line">
            <a:avLst/>
          </a:prstGeom>
          <a:noFill/>
          <a:ln w="25400">
            <a:solidFill>
              <a:srgbClr val="8397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463040"/>
            <a:ext cx="685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5D1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144475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38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math without NumPy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325880" y="1773936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5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using recursive cofactor expansion for determinants and the adjoint method for inverses.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685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5D1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25880" y="254203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38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nested expressions safely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325880" y="2871216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5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with regex-based preprocessing for brackets, unary minus, and factorials before evaluation.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3657600"/>
            <a:ext cx="685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5D1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363931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38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Plotting a graph without matplotlib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325880" y="3968496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5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by mapping coordinates manually and drawing points directly onto a tkinter Canvas.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10881360" cy="0"/>
          </a:xfrm>
          <a:prstGeom prst="line">
            <a:avLst/>
          </a:prstGeom>
          <a:noFill/>
          <a:ln w="12700">
            <a:solidFill>
              <a:srgbClr val="BDBB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50474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39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5340096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38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official documentation (tkinter, math, re) · GeeksforGeeks and Real Python tutorials on Tkinter GUI patterns · Stack Overflow discussions on canvas-based graphing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73877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58384" y="2560320"/>
            <a:ext cx="1463040" cy="0"/>
          </a:xfrm>
          <a:prstGeom prst="line">
            <a:avLst/>
          </a:prstGeom>
          <a:noFill/>
          <a:ln w="25400">
            <a:solidFill>
              <a:srgbClr val="8397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743200"/>
            <a:ext cx="1218895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0" y="361188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0" y="46177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0" y="61722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kern="0" spc="100" dirty="0">
                <a:solidFill>
                  <a:srgbClr val="E5D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NextHikes IT Solutions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355</Words>
  <Application>Microsoft Office PowerPoint</Application>
  <PresentationFormat>Widescreen</PresentationFormat>
  <Paragraphs>45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Mahima Thorecha</cp:lastModifiedBy>
  <cp:revision>3</cp:revision>
  <dcterms:created xsi:type="dcterms:W3CDTF">2026-07-25T12:26:26Z</dcterms:created>
  <dcterms:modified xsi:type="dcterms:W3CDTF">2026-07-25T12:47:42Z</dcterms:modified>
</cp:coreProperties>
</file>