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29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387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2157805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Scientific Calculator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358384" y="3063240"/>
            <a:ext cx="1463040" cy="0"/>
          </a:xfrm>
          <a:prstGeom prst="line">
            <a:avLst/>
          </a:prstGeom>
          <a:noFill/>
          <a:ln w="25400">
            <a:solidFill>
              <a:srgbClr val="839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0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&amp; Tkinter GUI Application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C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E5D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3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Why It Stands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822960" cy="0"/>
          </a:xfrm>
          <a:prstGeom prst="line">
            <a:avLst/>
          </a:prstGeom>
          <a:noFill/>
          <a:ln w="25400">
            <a:solidFill>
              <a:srgbClr val="839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0" cy="713232"/>
          </a:xfrm>
          <a:prstGeom prst="line">
            <a:avLst/>
          </a:prstGeom>
          <a:noFill/>
          <a:ln w="15875">
            <a:solidFill>
              <a:srgbClr val="BDB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624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55064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subtraction, multiplication, division with a live expression display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0" cy="713232"/>
          </a:xfrm>
          <a:prstGeom prst="line">
            <a:avLst/>
          </a:prstGeom>
          <a:noFill/>
          <a:ln w="15875">
            <a:solidFill>
              <a:srgbClr val="BDB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9514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functions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Trigonometry (DEG/RAD), logarithms, powers, roots, factorials, nCr / nPr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0" cy="713232"/>
          </a:xfrm>
          <a:prstGeom prst="line">
            <a:avLst/>
          </a:prstGeom>
          <a:noFill/>
          <a:ln w="15875">
            <a:solidFill>
              <a:srgbClr val="BDBB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278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multiply, invert, transpose, determinant, rank, RREF — built from scratch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0" cy="713232"/>
          </a:xfrm>
          <a:prstGeom prst="line">
            <a:avLst/>
          </a:prstGeom>
          <a:noFill/>
          <a:ln w="15875">
            <a:solidFill>
              <a:srgbClr val="BDBB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605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graphing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453128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1-variable/2-variable stats and a live plotted graph, right on the canvas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5532120" cy="0"/>
          </a:xfrm>
          <a:prstGeom prst="line">
            <a:avLst/>
          </a:prstGeom>
          <a:noFill/>
          <a:ln w="12700">
            <a:solidFill>
              <a:srgbClr val="BDB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492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39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unique   </a:t>
            </a:r>
            <a:r>
              <a:rPr lang="en-US" sz="10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everyday calculators stop at arithmetic. This one adds matrix math, statistics and graphing in a single lightweight, dependency-free desktop tool.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20840" y="1051560"/>
            <a:ext cx="4892040" cy="0"/>
          </a:xfrm>
          <a:prstGeom prst="line">
            <a:avLst/>
          </a:prstGeom>
          <a:noFill/>
          <a:ln w="12700">
            <a:solidFill>
              <a:srgbClr val="BDBBB6"/>
            </a:solidFill>
            <a:prstDash val="solid"/>
          </a:ln>
        </p:spPr>
      </p:sp>
      <p:pic>
        <p:nvPicPr>
          <p:cNvPr id="19" name="Image 0" descr="/home/claude/calc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234440"/>
            <a:ext cx="4343400" cy="4983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20840" y="62636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application screenshot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3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822960" cy="0"/>
          </a:xfrm>
          <a:prstGeom prst="line">
            <a:avLst/>
          </a:prstGeom>
          <a:noFill/>
          <a:ln w="25400">
            <a:solidFill>
              <a:srgbClr val="839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0" cy="1005840"/>
          </a:xfrm>
          <a:prstGeom prst="line">
            <a:avLst/>
          </a:prstGeom>
          <a:noFill/>
          <a:ln w="19050">
            <a:solidFill>
              <a:srgbClr val="839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6245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GUI — window, keypad, matrix/stat/graph panels — since it ships with Python and needs no install.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0" cy="1005840"/>
          </a:xfrm>
          <a:prstGeom prst="line">
            <a:avLst/>
          </a:prstGeom>
          <a:noFill/>
          <a:ln w="19050">
            <a:solidFill>
              <a:srgbClr val="839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6245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every scientific function: trig, log, exponent, sqrt, factorial, combinatorics.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0" cy="1005840"/>
          </a:xfrm>
          <a:prstGeom prst="line">
            <a:avLst/>
          </a:prstGeom>
          <a:noFill/>
          <a:ln w="19050">
            <a:solidFill>
              <a:srgbClr val="839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2549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(regex)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cleaned the typed expression — handled brackets, unary minus, and function names before evaluation.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880360"/>
            <a:ext cx="0" cy="1005840"/>
          </a:xfrm>
          <a:prstGeom prst="line">
            <a:avLst/>
          </a:prstGeom>
          <a:noFill/>
          <a:ln w="19050">
            <a:solidFill>
              <a:srgbClr val="839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825496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matrix engine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determinant, inverse, adjoint and RREF logic in pure Python — no numpy dependency.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0"/>
          </a:xfrm>
          <a:prstGeom prst="line">
            <a:avLst/>
          </a:prstGeom>
          <a:noFill/>
          <a:ln w="12700">
            <a:solidFill>
              <a:srgbClr val="BDBB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994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39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  </a:t>
            </a: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for matrix math (skipped to keep the app dependency-free) and PyQt5 for the GUI (skipped — tkinter was lighter and sufficient). Built and version-controlled using </a:t>
            </a:r>
            <a:r>
              <a:rPr lang="en-US" sz="11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387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I Solved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822960" cy="0"/>
          </a:xfrm>
          <a:prstGeom prst="line">
            <a:avLst/>
          </a:prstGeom>
          <a:noFill/>
          <a:ln w="25400">
            <a:solidFill>
              <a:srgbClr val="839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D1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444752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math without NumPy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77393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using recursive cofactor expansion for determinants and the adjoint method for inverses.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D1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542032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nested expressions safely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87121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regex-based preprocessing for brackets, unary minus, and factorials before evaluation.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D1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639312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a graph without matplotlib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96849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mapping coordinates manually and drawing points directly onto a tkinter Canvas.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0881360" cy="0"/>
          </a:xfrm>
          <a:prstGeom prst="line">
            <a:avLst/>
          </a:prstGeom>
          <a:noFill/>
          <a:ln w="12700">
            <a:solidFill>
              <a:srgbClr val="BDBB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39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34009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8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official documentation (tkinter, math, re) · GeeksforGeeks and Real Python tutorials on Tkinter GUI patterns · Stack Overflow discussions on canvas-based graphing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387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8384" y="2560320"/>
            <a:ext cx="1463040" cy="0"/>
          </a:xfrm>
          <a:prstGeom prst="line">
            <a:avLst/>
          </a:prstGeom>
          <a:noFill/>
          <a:ln w="25400">
            <a:solidFill>
              <a:srgbClr val="839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0"/>
            <a:ext cx="121889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E5D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354</Words>
  <Application>Microsoft Office PowerPoint</Application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Mahima Thorecha</cp:lastModifiedBy>
  <cp:revision>2</cp:revision>
  <dcterms:created xsi:type="dcterms:W3CDTF">2026-07-25T12:26:26Z</dcterms:created>
  <dcterms:modified xsi:type="dcterms:W3CDTF">2026-07-25T12:41:08Z</dcterms:modified>
</cp:coreProperties>
</file>